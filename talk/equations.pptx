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1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D0ABC-49E0-081D-2AFE-CC255698C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8E1A6-5270-66F6-23AA-FD700D766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6F4C5-1AF8-86A8-AFB7-09D88833D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27C0-378B-4390-BD47-909B218BE352}" type="datetimeFigureOut">
              <a:rPr lang="en-DE" smtClean="0"/>
              <a:t>18/03/2023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3479B-7552-47E7-4140-7B5CE9016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49D84-AA67-1AA6-5E34-35C6B6F7C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85F0-71B6-4C3A-8A29-39894BBA9B1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5630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42E69-68B3-7720-D449-2E8219E5A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50BBB-4173-6668-93D4-1E3311886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99EA5-B170-3DEC-B766-ACB6A57C6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27C0-378B-4390-BD47-909B218BE352}" type="datetimeFigureOut">
              <a:rPr lang="en-DE" smtClean="0"/>
              <a:t>18/03/2023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FA511-2B2B-CED9-B983-AF4A9290F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D862B-5087-C41E-8DB7-4FC0F06B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85F0-71B6-4C3A-8A29-39894BBA9B1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9650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68F8-66AB-838D-2D89-846056748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F6060-C152-74CB-B6BB-0B24AB9CB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FF232-505C-7D76-F059-EB854C3E8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27C0-378B-4390-BD47-909B218BE352}" type="datetimeFigureOut">
              <a:rPr lang="en-DE" smtClean="0"/>
              <a:t>18/03/2023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05F5-FDA7-0BDD-D0E8-EB28E59F4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C98C8-8EFD-55F1-D414-A504C69B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85F0-71B6-4C3A-8A29-39894BBA9B1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2877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C3C9D-97C2-5464-5070-1711894E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59DB6-E4F9-45CE-02BB-C39624C1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C1FEF-22A1-7E2E-BE47-BAA302D16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C0109-C4DB-62DE-9552-102917133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27C0-378B-4390-BD47-909B218BE352}" type="datetimeFigureOut">
              <a:rPr lang="en-DE" smtClean="0"/>
              <a:t>18/03/2023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AF6FB-5330-BB85-B71A-11C2D79A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61CC0-E0B6-4723-CD8A-3AAE860BF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85F0-71B6-4C3A-8A29-39894BBA9B1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3210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1990-8588-1BD8-D13D-51C2DDB74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EF566-B90B-AD3D-2E15-52FBF0A5E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25DE4-55DD-8C9D-9824-90DBD0952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CE216-B8EB-BFD4-20A4-15D5328ED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EC04AD-31FB-3EDE-39EF-FFD029096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CA7FC6-E665-192B-DC47-A6EBB741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27C0-378B-4390-BD47-909B218BE352}" type="datetimeFigureOut">
              <a:rPr lang="en-DE" smtClean="0"/>
              <a:t>18/03/2023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0AB8A-B215-71DD-EB54-62CADDEE0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54A6F-04C0-1FF1-0E49-303ECD4C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85F0-71B6-4C3A-8A29-39894BBA9B1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56717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1884-7294-69BB-EAB6-93E9BD849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06B81D-5C67-AD42-F0CC-220FBEC90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27C0-378B-4390-BD47-909B218BE352}" type="datetimeFigureOut">
              <a:rPr lang="en-DE" smtClean="0"/>
              <a:t>18/03/2023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C1326-0F33-3BFB-991D-784BED0D9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43B35-F34E-2FD3-2227-012D276D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85F0-71B6-4C3A-8A29-39894BBA9B1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95732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2E3469-C24D-72B8-90C9-6F07CA1AA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27C0-378B-4390-BD47-909B218BE352}" type="datetimeFigureOut">
              <a:rPr lang="en-DE" smtClean="0"/>
              <a:t>18/03/2023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4AE85E-3526-6947-9668-96C39D286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DD6C8-A916-7C3B-F036-65A071688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85F0-71B6-4C3A-8A29-39894BBA9B1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97657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0CEEA-F542-A446-7240-CA9CA6E3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F9961-C866-4D51-484E-B772E92A8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A8A766-E1BD-3CC1-B38D-9D61BF3B3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3E54F-FD7F-5331-2E4B-FE5F83139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27C0-378B-4390-BD47-909B218BE352}" type="datetimeFigureOut">
              <a:rPr lang="en-DE" smtClean="0"/>
              <a:t>18/03/2023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6F4C7-FC95-35DE-B6B5-4ADA1C80E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53B2C-2A6A-0503-119D-37CAF6C5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85F0-71B6-4C3A-8A29-39894BBA9B1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45343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39F19-14A2-2EC9-1296-07C004A20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5536A1-3277-CC3C-CC3A-1521B3882A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93818B-8570-4E7E-7AEA-D3D319CE2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AA56E-9496-EF3A-E2AF-8F4755FA4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27C0-378B-4390-BD47-909B218BE352}" type="datetimeFigureOut">
              <a:rPr lang="en-DE" smtClean="0"/>
              <a:t>18/03/2023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6ECDC-A9CC-61CD-01CD-E7AFA4CEC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FFEFD-13E2-105B-462F-4D8D2268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85F0-71B6-4C3A-8A29-39894BBA9B1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42816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57E1-2F1C-4326-2597-25719B0B1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7CEBDD-0E3B-4E96-657C-FA03FCF41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04F66-8908-EF05-EC9B-74AFF132E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27C0-378B-4390-BD47-909B218BE352}" type="datetimeFigureOut">
              <a:rPr lang="en-DE" smtClean="0"/>
              <a:t>18/03/2023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D1EB1-D8B7-234F-3326-5F5F9CBC1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3BC53-EB17-2262-4AC2-92938CF7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85F0-71B6-4C3A-8A29-39894BBA9B1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9758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69B29E-4D14-7B61-FB77-765648DA12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1B8EC-DEB7-FC20-D7C4-7F0F5C5EC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94386-EC21-DBF1-02FB-5440D42D1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27C0-378B-4390-BD47-909B218BE352}" type="datetimeFigureOut">
              <a:rPr lang="en-DE" smtClean="0"/>
              <a:t>18/03/2023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4C5C6-F787-F440-0CDB-6C562AF81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9350A-4845-B717-7E52-0CE7B439E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85F0-71B6-4C3A-8A29-39894BBA9B1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04227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E5FDC-22F8-101F-BC47-A41BD8CE9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2D310-F56F-327B-9434-2A6D31D70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B0C98-BE28-AD17-E042-01B9C5C07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E27C0-378B-4390-BD47-909B218BE352}" type="datetimeFigureOut">
              <a:rPr lang="en-DE" smtClean="0"/>
              <a:t>18/03/2023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654C3-5321-9525-BF53-B947CCC49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FDF24-B53D-73BA-493A-11648DF65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885F0-71B6-4C3A-8A29-39894BBA9B1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38616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documentclass{article}&#10;\usepackage{amsmath}&#10;\pagestyle{empty}&#10;\begin{document}&#10;&#10;$$&#10;p(&#10;\overbrace{T_t}^{\text{Target}} \mid \underbrace{u_{1:t}}_{\text{Sentence}}, T_{1:t-1}, \overbrace{S_{1:t}}^{\text{Scene}}) = &#10;\sum_{\text{lang } i} &#10;\overbrace{p(i \mid u_{1:t-1}, T_{1:t-1}, S_{1:t-1})}^{\text{Beliefs about the language}}&#10;\underbrace{p(T_t \mid u_t, S_t, i)}_{\text{Beliefs about the trial}}&#10;$$&#10;&#10;\end{document}" title="IguanaTex Bitmap Display">
            <a:extLst>
              <a:ext uri="{FF2B5EF4-FFF2-40B4-BE49-F238E27FC236}">
                <a16:creationId xmlns:a16="http://schemas.microsoft.com/office/drawing/2014/main" id="{B2C31A28-3829-C847-015B-3D7208168EA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039" y="1235136"/>
            <a:ext cx="8557532" cy="94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09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\documentclass{article}&#10;\usepackage{amsmath}&#10;\pagestyle{empty}&#10;\begin{document}&#10;&#10;$$&#10;\overbrace{p(i \mid u_{1:t}, T_{1:t}, S_{1:t})}^{\text{Belief update model}} &#10;\propto p( T_{1:t} \mid i, u_{1:t}, S_{1:t}) p(i)&#10;$$&#10;&#10;\end{document}" title="IguanaTex Bitmap Display">
            <a:extLst>
              <a:ext uri="{FF2B5EF4-FFF2-40B4-BE49-F238E27FC236}">
                <a16:creationId xmlns:a16="http://schemas.microsoft.com/office/drawing/2014/main" id="{1500C218-FA49-5E48-DAEF-4DAB05C0F16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089" y="2090422"/>
            <a:ext cx="4602047" cy="61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678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\documentclass{article}&#10;\usepackage{amsmath}&#10;\pagestyle{empty}&#10;\begin{document}&#10;&#10;$$&#10;p_{\text{choice}}(T_t \mid u_{1:t}, T_{1:t-1}, S_{1:t}, \alpha) \propto \exp \left( \alpha p(T_t \mid u_{1:t}, T_{1:t-1}, S_{1:t}) \right)&#10;$$&#10;&#10;\end{document}" title="IguanaTex Bitmap Display">
            <a:extLst>
              <a:ext uri="{FF2B5EF4-FFF2-40B4-BE49-F238E27FC236}">
                <a16:creationId xmlns:a16="http://schemas.microsoft.com/office/drawing/2014/main" id="{612CFEB3-C900-BA5C-D815-111368E937E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894" y="1442310"/>
            <a:ext cx="8558569" cy="32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972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77,6903"/>
  <p:tag name="ORIGINALWIDTH" val="4403,449"/>
  <p:tag name="OUTPUTTYPE" val="PNG"/>
  <p:tag name="IGUANATEXVERSION" val="160"/>
  <p:tag name="LATEXADDIN" val="\documentclass{article}&#10;\usepackage{amsmath}&#10;\pagestyle{empty}&#10;\begin{document}&#10;&#10;$$&#10;p(&#10;\overbrace{T_t}^{\text{Target}} \mid \underbrace{u_{1:t}}_{\text{Sentence}}, T_{1:t-1}, \overbrace{S_{1:t}}^{\text{Scene}}) = &#10;\sum_{\text{lang } i} &#10;\overbrace{p(i \mid u_{1:t-1}, T_{1:t-1}, S_{1:t-1})}^{\text{Beliefs about the language}}&#10;\underbrace{p(T_t \mid u_t, S_t, i)}_{\text{Beliefs about the trial}}&#10;$$&#10;&#10;\end{document}"/>
  <p:tag name="IGUANATEXSIZE" val="20"/>
  <p:tag name="IGUANATEXCURSOR" val="394"/>
  <p:tag name="TRANSPARENCY" val="True"/>
  <p:tag name="LATEXENGINEID" val="0"/>
  <p:tag name="TEMPFOLDER" val="C:\temp\"/>
  <p:tag name="LATEXFORMHEIGHT" val="320"/>
  <p:tag name="LATEXFORMWIDTH" val="908,7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6,7116"/>
  <p:tag name="ORIGINALWIDTH" val="2365,204"/>
  <p:tag name="OUTPUTTYPE" val="PNG"/>
  <p:tag name="IGUANATEXVERSION" val="160"/>
  <p:tag name="LATEXADDIN" val="\documentclass{article}&#10;\usepackage{amsmath}&#10;\pagestyle{empty}&#10;\begin{document}&#10;&#10;$$&#10;\overbrace{p(i \mid u_{1:t}, T_{1:t}, S_{1:t})}^{\text{Belief update model}} &#10;\propto p( T_{1:t} \mid i, u_{1:t}, S_{1:t}) p(i)&#10;$$&#10;&#10;\end{document}"/>
  <p:tag name="IGUANATEXSIZE" val="20"/>
  <p:tag name="IGUANATEXCURSOR" val="211"/>
  <p:tag name="TRANSPARENCY" val="True"/>
  <p:tag name="LATEXENGINEID" val="0"/>
  <p:tag name="TEMPFOLDER" val="C:\temp\"/>
  <p:tag name="LATEXFORMHEIGHT" val="279,6"/>
  <p:tag name="LATEXFORMWIDTH" val="908,7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3357,33"/>
  <p:tag name="OUTPUTTYPE" val="PNG"/>
  <p:tag name="IGUANATEXVERSION" val="160"/>
  <p:tag name="LATEXADDIN" val="\documentclass{article}&#10;\usepackage{amsmath}&#10;\pagestyle{empty}&#10;\begin{document}&#10;&#10;$$&#10;p_{\text{choice}}(T_t \mid u_{1:t}, T_{1:t-1}, S_{1:t}, \alpha) \propto \exp \left( \alpha p(T_t \mid u_{1:t}, T_{1:t-1}, S_{1:t}) \right)&#10;$$&#10;&#10;\end{document}"/>
  <p:tag name="IGUANATEXSIZE" val="20"/>
  <p:tag name="IGUANATEXCURSOR" val="146"/>
  <p:tag name="TRANSPARENCY" val="True"/>
  <p:tag name="LATEXENGINEID" val="0"/>
  <p:tag name="TEMPFOLDER" val="C:\temp\"/>
  <p:tag name="LATEXFORMHEIGHT" val="320"/>
  <p:tag name="LATEXFORMWIDTH" val="908,7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carcassi fausto</dc:creator>
  <cp:lastModifiedBy>carcassi fausto</cp:lastModifiedBy>
  <cp:revision>4</cp:revision>
  <dcterms:created xsi:type="dcterms:W3CDTF">2023-03-14T15:12:35Z</dcterms:created>
  <dcterms:modified xsi:type="dcterms:W3CDTF">2023-03-18T14:43:48Z</dcterms:modified>
</cp:coreProperties>
</file>